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80" y="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4728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BC38AD4-16F8-D1ED-8473-B0CA95175B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130" y="1285875"/>
            <a:ext cx="4286250" cy="42862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26</Words>
  <Application>Microsoft Office PowerPoint</Application>
  <PresentationFormat>ワイド画面</PresentationFormat>
  <Paragraphs>26</Paragraphs>
  <Slides>26</Slides>
  <Notes>26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26</vt:i4>
      </vt:variant>
    </vt:vector>
  </HeadingPairs>
  <TitlesOfParts>
    <vt:vector size="28" baseType="lpstr"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26代電装班　活動報告</dc:title>
  <dc:subject>PptxGenJS Presentation</dc:subject>
  <dc:creator>Created by Marp</dc:creator>
  <cp:lastModifiedBy>永田　賢之介</cp:lastModifiedBy>
  <cp:revision>2</cp:revision>
  <dcterms:created xsi:type="dcterms:W3CDTF">2026-10-20T06:57:46Z</dcterms:created>
  <dcterms:modified xsi:type="dcterms:W3CDTF">2026-10-20T23:56:29Z</dcterms:modified>
</cp:coreProperties>
</file>